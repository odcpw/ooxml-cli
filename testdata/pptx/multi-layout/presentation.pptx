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Multi-Layout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uses Title and Content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714500"/>
            <a:ext cx="45720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Blank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