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Multi-Layout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uses Title and Content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1714500"/>
            <a:ext cx="457200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Blank Layout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Bullet hierarchy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level item one</a:t>
            </a:r>
            <a:endParaRPr lang="en-US"/>
          </a:p>
          <a:p>
            <a:pPr/>
            <a:r>
              <a:t>First level item two</a:t>
            </a:r>
            <a:endParaRPr lang="en-US"/>
          </a:p>
          <a:p>
            <a:pPr/>
            <a:r>
              <a:t>First level item three</a:t>
            </a:r>
            <a:endParaRPr lang="en-US"/>
          </a:p>
          <a:p>
            <a:pPr lvl="1"/>
            <a:r>
              <a:t>Second level item one</a:t>
            </a:r>
            <a:endParaRPr lang="en-US"/>
          </a:p>
          <a:p>
            <a:pPr lvl="1"/>
            <a:r>
              <a:t>Second level item two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