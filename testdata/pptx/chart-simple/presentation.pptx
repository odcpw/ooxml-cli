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Region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120</c:v>
                </c:pt>
                <c:pt idx="2">
                  <c:v>140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by Region Q2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130</c:v>
                </c:pt>
                <c:pt idx="1">
                  <c:v>160</c:v>
                </c:pt>
                <c:pt idx="2">
                  <c:v>190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Data</a:t>
            </a:r>
          </a:p>
        </p:txBody>
      </p:sp>
      <p:graphicFrame>
        <p:nvGraphicFramePr>
          <p:cNvPr id="3" name="Revenue Chart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 Data 2</a:t>
            </a:r>
          </a:p>
        </p:txBody>
      </p:sp>
      <p:graphicFrame>
        <p:nvGraphicFramePr>
          <p:cNvPr id="3" name="Revenue Chart Q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