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 Theme Fonts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This presentation has custom fonts in the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Font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Major font: Used for titles</a:t>
            </a:r>
          </a:p>
          <a:p>
            <a:pPr/>
            <a:r>
              <a:t>Minor font: Used for body text</a:t>
            </a:r>
          </a:p>
          <a:p>
            <a:pPr lvl="1"/>
            <a:r>
              <a:t>Test different font sizes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point</a:t>
            </a:r>
          </a:p>
          <a:p>
            <a:r>
              <a:t>Second point</a:t>
            </a:r>
          </a:p>
          <a:p>
            <a:r>
              <a:t>Third 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