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Styled Table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914400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Header 0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Header 1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Header 2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000"/>
                        <a:t>Data 1-0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Data 1-1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Data 1-2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000"/>
                        <a:t>Data 2-0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Data 2-1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Data 2-2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