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tmppghm4lr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flipV="1">
            <a:off x="914400" y="914400"/>
            <a:ext cx="1828800" cy="1828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