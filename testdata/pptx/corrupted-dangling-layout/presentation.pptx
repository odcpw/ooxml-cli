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99" Target="../slideLayout99s/slideLayout99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Corrupted: Dangling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slide has broken layout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