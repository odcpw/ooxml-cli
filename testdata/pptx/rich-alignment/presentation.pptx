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Paragraph Alignment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Left aligned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Center aligned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/>
            </a:pPr>
            <a:r>
              <a:t>Right aligned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1400"/>
            </a:pPr>
            <a:r>
              <a:t>Justified text that should wrap across multiple lines to demonstrate the justify alignment option when we have enough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Font Sizes and Colors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Font size 12pt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0000"/>
                </a:solidFill>
              </a:defRPr>
            </a:pPr>
            <a:r>
              <a:t>Font size 16pt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8000"/>
                </a:solidFill>
              </a:defRPr>
            </a:pPr>
            <a:r>
              <a:t>Font size 20pt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FF"/>
                </a:solidFill>
              </a:defRPr>
            </a:pPr>
            <a:r>
              <a:t>Font size 24pt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800080"/>
                </a:solidFill>
              </a:defRPr>
            </a:pPr>
            <a:r>
              <a:t>Font size 28pt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