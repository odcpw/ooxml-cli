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slide.</a:t>
            </a:r>
          </a:p>
          <a:p>
            <a:r>
              <a:t>Presenter notes are included for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media inclusion.</a:t>
            </a:r>
          </a:p>
          <a:p>
            <a:r>
              <a:t>The image shows test content.</a:t>
            </a:r>
          </a:p>
          <a:p>
            <a:r>
              <a:t>Use this for testing media preservation during assembly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multiple images.</a:t>
            </a:r>
          </a:p>
          <a:p>
            <a:r>
              <a:t>Both images should be preserved when slides are moved or imported.</a:t>
            </a:r>
          </a:p>
          <a:p>
            <a:r>
              <a:t>This tests media relationship handling in assembly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Complex notes structure for testing.</a:t>
            </a:r>
          </a:p>
          <a:p>
            <a:r>
              <a:t>First paragraph of notes.</a:t>
            </a:r>
          </a:p>
          <a:p>
            <a:r>
              <a:t>Second paragraph explaining the content.</a:t>
            </a:r>
          </a:p>
          <a:p>
            <a:r>
              <a:t>Third paragraph with additional context.</a:t>
            </a:r>
          </a:p>
          <a:p>
            <a:r>
              <a:t>Final paragraph testing multi-line note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closing notes for the final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Notes and Media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with notes and embedded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Image and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st_image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Content with embedded image:</a:t>
            </a:r>
          </a:p>
          <a:p>
            <a:pPr lvl="1"/>
            <a:r>
              <a:t>First image included in this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Images and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st_image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2286000"/>
          </a:xfrm>
          <a:prstGeom prst="rect">
            <a:avLst/>
          </a:prstGeom>
        </p:spPr>
      </p:pic>
      <p:pic>
        <p:nvPicPr>
          <p:cNvPr id="5" name="Picture 4" descr="test_image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7432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4048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Two images demonstrating multi-media slide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Notes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with comprehensive speaker notes</a:t>
            </a:r>
          </a:p>
          <a:p>
            <a:pPr lvl="1"/>
            <a:r>
              <a:t>Multiple paragraphs in content</a:t>
            </a:r>
          </a:p>
        </p:txBody>
      </p:sp>
      <p:pic>
        <p:nvPicPr>
          <p:cNvPr id="4" name="Picture 3" descr="test_image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Slide</a:t>
            </a:r>
          </a:p>
          <a:p>
            <a:r>
              <a:t>This slide has simple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