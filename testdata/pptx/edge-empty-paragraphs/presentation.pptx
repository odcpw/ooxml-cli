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Empty Paragraphs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with Empty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paragraph with text</a:t>
            </a:r>
          </a:p>
          <a:p/>
          <a:p>
            <a:r>
              <a:t>Third paragraph (after empty)</a:t>
            </a:r>
          </a:p>
          <a:p/>
          <a:p/>
          <a:p>
            <a:r>
              <a:t>Last paragraph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