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Mixed Bullets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Mixed Bullet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 0 - Main bullet</a:t>
            </a:r>
          </a:p>
          <a:p>
            <a:pPr lvl="1"/>
            <a:r>
              <a:t>Level 1 - Sub-bullet</a:t>
            </a:r>
          </a:p>
          <a:p>
            <a:pPr lvl="2"/>
            <a:r>
              <a:t>Level 2 - Sub-sub-bullet</a:t>
            </a:r>
          </a:p>
          <a:p>
            <a:pPr/>
            <a:r>
              <a:t>Back to Level 0</a:t>
            </a:r>
          </a:p>
          <a:p>
            <a:pPr lvl="1"/>
            <a:r>
              <a:t>Level 1 again</a:t>
            </a:r>
          </a:p>
          <a:p>
            <a:pPr lvl="3"/>
            <a:r>
              <a:t>Level 3 - Deep nesting</a:t>
            </a:r>
          </a:p>
          <a:p>
            <a:pPr/>
            <a:r>
              <a:t>Final Level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