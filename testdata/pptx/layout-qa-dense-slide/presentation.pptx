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_0"/>
          <p:cNvSpPr/>
          <p:nvPr/>
        </p:nvSpPr>
        <p:spPr>
          <a:xfrm>
            <a:off x="182880" y="182880"/>
            <a:ext cx="2743200" cy="219456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pe_1"/>
          <p:cNvSpPr/>
          <p:nvPr/>
        </p:nvSpPr>
        <p:spPr>
          <a:xfrm>
            <a:off x="3017520" y="182880"/>
            <a:ext cx="2743200" cy="2194560"/>
          </a:xfrm>
          <a:prstGeom prst="rect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pe_2"/>
          <p:cNvSpPr/>
          <p:nvPr/>
        </p:nvSpPr>
        <p:spPr>
          <a:xfrm>
            <a:off x="5852160" y="182880"/>
            <a:ext cx="2743200" cy="219456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ape_3"/>
          <p:cNvSpPr/>
          <p:nvPr/>
        </p:nvSpPr>
        <p:spPr>
          <a:xfrm>
            <a:off x="182880" y="2468880"/>
            <a:ext cx="2743200" cy="21945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_4"/>
          <p:cNvSpPr/>
          <p:nvPr/>
        </p:nvSpPr>
        <p:spPr>
          <a:xfrm>
            <a:off x="3017520" y="2468880"/>
            <a:ext cx="2743200" cy="2194560"/>
          </a:xfrm>
          <a:prstGeom prst="rect">
            <a:avLst/>
          </a:prstGeom>
          <a:solidFill>
            <a:srgbClr val="FF0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ape_5"/>
          <p:cNvSpPr/>
          <p:nvPr/>
        </p:nvSpPr>
        <p:spPr>
          <a:xfrm>
            <a:off x="5852160" y="2468880"/>
            <a:ext cx="2743200" cy="2194560"/>
          </a:xfrm>
          <a:prstGeom prst="rect">
            <a:avLst/>
          </a:prstGeom>
          <a:solidFill>
            <a:srgbClr val="00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_6"/>
          <p:cNvSpPr/>
          <p:nvPr/>
        </p:nvSpPr>
        <p:spPr>
          <a:xfrm>
            <a:off x="182880" y="4754880"/>
            <a:ext cx="2743200" cy="219456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_7"/>
          <p:cNvSpPr/>
          <p:nvPr/>
        </p:nvSpPr>
        <p:spPr>
          <a:xfrm>
            <a:off x="3017520" y="4754880"/>
            <a:ext cx="2743200" cy="2194560"/>
          </a:xfrm>
          <a:prstGeom prst="rect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ape_8"/>
          <p:cNvSpPr/>
          <p:nvPr/>
        </p:nvSpPr>
        <p:spPr>
          <a:xfrm>
            <a:off x="5852160" y="4754880"/>
            <a:ext cx="2743200" cy="219456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