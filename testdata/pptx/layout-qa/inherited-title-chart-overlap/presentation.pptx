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4" Type="http://schemas.openxmlformats.org/officeDocument/2006/relationships/slide" Target="slides/slide1.xml"/><Relationship Id="rId5" Type="http://schemas.openxmlformats.org/officeDocument/2006/relationships/slide" Target="slides/slide2.xml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title>
      <c:tx>
        <c:rich>
          <a:bodyPr/>
          <a:lstStyle/>
          <a:p>
            <a:r>
              <a:t>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'Sheet1'!$A$2:$A$4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42</c:v>
                </c:pt>
                <c:pt idx="1">
                  <c:v>55</c:v>
                </c:pt>
                <c:pt idx="2">
                  <c:v>63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  <c:dispBlanksAs val="gap"/>
  </c:chart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subtitle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>
        <a:defRPr sz="3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Quarterly Revenue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/>
              <a:t>Layout QA inherited geometry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Quarterly Revenue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lang="en-US" sz="2400"/>
              <a:t>Layout QA inherited geometry</a:t>
            </a:r>
            <a:endParaRPr lang="en-US"/>
          </a:p>
        </p:txBody>
      </p:sp>
      <p:graphicFrame>
        <p:nvGraphicFramePr>
          <p:cNvPr id="4" name="Chart 4"/>
          <p:cNvGraphicFramePr/>
          <p:nvPr/>
        </p:nvGraphicFramePr>
        <p:xfrm>
          <a:off x="457200" y="274320"/>
          <a:ext cx="8229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763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blipFill>
          <a:blip/>
          <a:stretch>
            <a:fillRect/>
          </a:stretch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ooxml-cli</Application>
  <PresentationFormat>On-screen Show (4:3)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Quarterly Revenue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ooxml-cli</dc:creator>
  <cp:lastModifiedBy>ooxml-cli</cp:lastModifiedBy>
</cp:coreProperties>
</file>