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Remember to mention the key points.</a:t>
            </a:r>
          </a:p>
          <a:p>
            <a:r>
              <a:t>Also reference the handout for additional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provides additional information for attendees.</a:t>
            </a:r>
          </a:p>
          <a:p>
            <a:r>
              <a:t>Include handout version with all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Notes and Handout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Notes and Handout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has both speaker notes and is suitable for handout.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 with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Additional content for handout distribution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