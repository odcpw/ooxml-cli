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Nested Groups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Nested Group 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14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Shape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914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Shape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377440"/>
            <a:ext cx="9144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Shape 3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2286000"/>
            <a:ext cx="548640" cy="54864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20640" y="2651760"/>
            <a:ext cx="548640" cy="54864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