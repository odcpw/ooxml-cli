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914400"/>
            <a:ext cx="1828800" cy="1371600"/>
          </a:xfrm>
          <a:prstGeom prst="rect">
            <a:avLst/>
          </a:prstGeom>
          <a:noFill/>
        </p:spPr>
        <p:txBody>
          <a:bodyPr wrap="none">
            <a:spAutoFit/>
          </a:bodyPr>
          <a:lstStyle/>
          <a:p>
            <a:pPr>
              <a:defRPr sz="3600"/>
            </a:pPr>
            <a:r>
              <a:t>This is a very long text that will definitely not fit in this small text box because it has so much content and the font size is quite large making it impossible to display without overflow</a:t>
            </a:r>
          </a:p>
          <a:p>
            <a:pPr>
              <a:defRPr sz="3600"/>
            </a:pPr>
            <a:r>
              <a:t>Additional paragraph 1 with even more text that definitely overflows</a:t>
            </a:r>
          </a:p>
          <a:p>
            <a:pPr>
              <a:defRPr sz="3600"/>
            </a:pPr>
            <a:r>
              <a:t>Additional paragraph 2 with even more text that definitely overflows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