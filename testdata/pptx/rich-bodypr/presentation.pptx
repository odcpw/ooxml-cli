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Text Body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/>
            </a:pPr>
            <a:r>
              <a:t>Top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/>
            </a:pPr>
            <a:r>
              <a:t>Middle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defRPr sz="1600"/>
            </a:pPr>
            <a:r>
              <a:t>Bottom anchor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/>
            </a:pPr>
            <a:r>
              <a:t>Top with word wrap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/>
            </a:pPr>
            <a:r>
              <a:t>Middle with word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Margin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none" lIns="182880" tIns="182880" rIns="182880" bIns="182880">
            <a:spAutoFit/>
          </a:bodyPr>
          <a:lstStyle/>
          <a:p>
            <a:pPr>
              <a:defRPr sz="1400"/>
            </a:pPr>
            <a:r>
              <a:t>Margins: L=0.2" T=0.2" R=0.2" B=0.2"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</p:spPr>
        <p:txBody>
          <a:bodyPr wrap="none" lIns="457200" tIns="91440" rIns="457200" bIns="91440">
            <a:spAutoFit/>
          </a:bodyPr>
          <a:lstStyle/>
          <a:p>
            <a:pPr>
              <a:defRPr sz="1400"/>
            </a:pPr>
            <a:r>
              <a:t>Margins: L=0.5" T=0.1" R=0.5" B=0.1"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937760"/>
            <a:ext cx="8229600" cy="1371600"/>
          </a:xfrm>
          <a:prstGeom prst="rect">
            <a:avLst/>
          </a:prstGeom>
          <a:noFill/>
        </p:spPr>
        <p:txBody>
          <a:bodyPr wrap="none" tIns="457200" bIns="457200">
            <a:spAutoFit/>
          </a:bodyPr>
          <a:lstStyle/>
          <a:p>
            <a:pPr>
              <a:defRPr sz="1400"/>
            </a:pPr>
            <a:r>
              <a:t>Margins: L=0.1" T=0.5" R=0.1" B=0.5"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