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/>
            </a:pPr>
            <a:r>
              <a:t>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Created by Google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/>
            </a:pPr>
            <a:r>
              <a:t>Content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bullet point</a:t>
            </a:r>
          </a:p>
          <a:p>
            <a:pPr lvl="1"/>
            <a:r>
              <a:t>Second bullet point</a:t>
            </a:r>
          </a:p>
          <a:p>
            <a:pPr/>
            <a:r>
              <a:t>Third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