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108988-E386-4C66-B8EE-D7384E01D3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8EB9F6-470F-4E58-8333-1757D15C9D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788C83-455A-47B2-8E8F-F9E75F61B4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4B5056-3DE3-4646-B7E1-0AE0083B95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0ED0DA-9D4B-41C4-BF75-D15812A45D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C81D8D-1CF1-41AD-8255-F7D6F9FFB2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005B1D-46C8-4053-A835-26B7DE0FD3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955A79-2E97-4718-A7C9-0EA6196D9A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508A59-AD48-4FE4-902B-972EABCCB4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0A0624-3FB4-4B7D-A7C4-36CFC13748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62790B-04E5-43B8-A5B1-6228E854F0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Corpus quarterly review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Revenue increased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Unicode: café — Zürich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Regional results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2" name="Table 2"/>
          <p:cNvGraphicFramePr/>
          <p:nvPr/>
        </p:nvGraphicFramePr>
        <p:xfrm>
          <a:off x="914400" y="1828800"/>
          <a:ext cx="6400440" cy="182844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Region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Revenue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North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South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