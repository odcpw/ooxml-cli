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LibreOffice Rich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Formatting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Rich Text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/>
              <a:t>Basic text with formatting</a:t>
            </a:r>
          </a:p>
          <a:p>
            <a:pPr lvl="1"/>
            <a:r>
              <a:rPr b="1"/>
              <a:t>Bold and colored: </a:t>
            </a:r>
            <a:r>
              <a:rPr>
                <a:solidFill>
                  <a:srgbClr val="FF0000"/>
                </a:solidFill>
              </a:rPr>
              <a:t>Red text</a:t>
            </a:r>
          </a:p>
          <a:p>
            <a:pPr/>
            <a:r>
              <a:rPr sz="1000"/>
              <a:t>10pt </a:t>
            </a:r>
            <a:r>
              <a:rPr sz="1200"/>
              <a:t>12pt </a:t>
            </a:r>
            <a:r>
              <a:rPr sz="1400"/>
              <a:t>14pt </a:t>
            </a:r>
            <a:r>
              <a:rPr sz="1600"/>
              <a:t>16pt</a:t>
            </a:r>
          </a:p>
          <a:p>
            <a:pPr lvl="1"/>
            <a:r>
              <a:rPr i="1" u="sng"/>
              <a:t>Italic and underlined</a:t>
            </a:r>
          </a:p>
          <a:p>
            <a:pPr lvl="2"/>
            <a:r>
              <a:t>Mixed: </a:t>
            </a:r>
            <a:r>
              <a:t>Normal </a:t>
            </a:r>
            <a:r>
              <a:rPr b="1"/>
              <a:t>Bold </a:t>
            </a:r>
            <a:r>
              <a:rPr i="1"/>
              <a:t>Italic </a:t>
            </a:r>
            <a:r>
              <a:rPr>
                <a:solidFill>
                  <a:srgbClr val="008000"/>
                </a:solidFill>
              </a:rPr>
              <a:t>Colored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