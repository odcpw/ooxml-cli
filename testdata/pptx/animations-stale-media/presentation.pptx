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missing-poster.png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okenCl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0000" y="1000000"/>
            <a:ext cx="3000000" cy="2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