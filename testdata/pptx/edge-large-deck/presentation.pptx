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Large Deck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  <a:p/>
          <a:p/>
          <a:p>
            <a:pPr/>
            <a:r>
              <a:t>Bullet point 1 on slide 2</a:t>
            </a:r>
          </a:p>
          <a:p>
            <a:pPr lvl="1"/>
            <a:r>
              <a:t>Bullet point 2 on slide 2</a:t>
            </a:r>
          </a:p>
          <a:p>
            <a:pPr/>
            <a:r>
              <a:t>Bullet point 3 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  <a:p/>
          <a:p/>
          <a:p>
            <a:pPr/>
            <a:r>
              <a:t>Bullet point 1 on slide 3</a:t>
            </a:r>
          </a:p>
          <a:p>
            <a:pPr lvl="1"/>
            <a:r>
              <a:t>Bullet point 2 on slide 3</a:t>
            </a:r>
          </a:p>
          <a:p>
            <a:pPr/>
            <a:r>
              <a:t>Bullet point 3 on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  <a:p/>
          <a:p/>
          <a:p>
            <a:pPr/>
            <a:r>
              <a:t>Bullet point 1 on slide 4</a:t>
            </a:r>
          </a:p>
          <a:p>
            <a:pPr lvl="1"/>
            <a:r>
              <a:t>Bullet point 2 on slide 4</a:t>
            </a:r>
          </a:p>
          <a:p>
            <a:pPr/>
            <a:r>
              <a:t>Bullet point 3 on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  <a:p/>
          <a:p/>
          <a:p>
            <a:pPr/>
            <a:r>
              <a:t>Bullet point 1 on slide 5</a:t>
            </a:r>
          </a:p>
          <a:p>
            <a:pPr lvl="1"/>
            <a:r>
              <a:t>Bullet point 2 on slide 5</a:t>
            </a:r>
          </a:p>
          <a:p>
            <a:pPr/>
            <a:r>
              <a:t>Bullet point 3 on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  <a:p/>
          <a:p/>
          <a:p>
            <a:pPr/>
            <a:r>
              <a:t>Bullet point 1 on slide 6</a:t>
            </a:r>
          </a:p>
          <a:p>
            <a:pPr lvl="1"/>
            <a:r>
              <a:t>Bullet point 2 on slide 6</a:t>
            </a:r>
          </a:p>
          <a:p>
            <a:pPr/>
            <a:r>
              <a:t>Bullet point 3 on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  <a:p/>
          <a:p/>
          <a:p>
            <a:pPr/>
            <a:r>
              <a:t>Bullet point 1 on slide 7</a:t>
            </a:r>
          </a:p>
          <a:p>
            <a:pPr lvl="1"/>
            <a:r>
              <a:t>Bullet point 2 on slide 7</a:t>
            </a:r>
          </a:p>
          <a:p>
            <a:pPr/>
            <a:r>
              <a:t>Bullet point 3 on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  <a:p/>
          <a:p/>
          <a:p>
            <a:pPr/>
            <a:r>
              <a:t>Bullet point 1 on slide 8</a:t>
            </a:r>
          </a:p>
          <a:p>
            <a:pPr lvl="1"/>
            <a:r>
              <a:t>Bullet point 2 on slide 8</a:t>
            </a:r>
          </a:p>
          <a:p>
            <a:pPr/>
            <a:r>
              <a:t>Bullet point 3 on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  <a:p/>
          <a:p/>
          <a:p>
            <a:pPr/>
            <a:r>
              <a:t>Bullet point 1 on slide 9</a:t>
            </a:r>
          </a:p>
          <a:p>
            <a:pPr lvl="1"/>
            <a:r>
              <a:t>Bullet point 2 on slide 9</a:t>
            </a:r>
          </a:p>
          <a:p>
            <a:pPr/>
            <a:r>
              <a:t>Bullet point 3 on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  <a:p/>
          <a:p/>
          <a:p>
            <a:pPr/>
            <a:r>
              <a:t>Bullet point 1 on slide 10</a:t>
            </a:r>
          </a:p>
          <a:p>
            <a:pPr lvl="1"/>
            <a:r>
              <a:t>Bullet point 2 on slide 10</a:t>
            </a:r>
          </a:p>
          <a:p>
            <a:pPr/>
            <a:r>
              <a:t>Bullet point 3 on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  <a:p/>
          <a:p/>
          <a:p>
            <a:pPr/>
            <a:r>
              <a:t>Bullet point 1 on slide 11</a:t>
            </a:r>
          </a:p>
          <a:p>
            <a:pPr lvl="1"/>
            <a:r>
              <a:t>Bullet point 2 on slide 11</a:t>
            </a:r>
          </a:p>
          <a:p>
            <a:pPr/>
            <a:r>
              <a:t>Bullet point 3 on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  <a:p/>
          <a:p/>
          <a:p>
            <a:pPr/>
            <a:r>
              <a:t>Bullet point 1 on slide 12</a:t>
            </a:r>
          </a:p>
          <a:p>
            <a:pPr lvl="1"/>
            <a:r>
              <a:t>Bullet point 2 on slide 12</a:t>
            </a:r>
          </a:p>
          <a:p>
            <a:pPr/>
            <a:r>
              <a:t>Bullet point 3 on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  <a:p/>
          <a:p/>
          <a:p>
            <a:pPr/>
            <a:r>
              <a:t>Bullet point 1 on slide 13</a:t>
            </a:r>
          </a:p>
          <a:p>
            <a:pPr lvl="1"/>
            <a:r>
              <a:t>Bullet point 2 on slide 13</a:t>
            </a:r>
          </a:p>
          <a:p>
            <a:pPr/>
            <a:r>
              <a:t>Bullet point 3 on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  <a:p/>
          <a:p/>
          <a:p>
            <a:pPr/>
            <a:r>
              <a:t>Bullet point 1 on slide 14</a:t>
            </a:r>
          </a:p>
          <a:p>
            <a:pPr lvl="1"/>
            <a:r>
              <a:t>Bullet point 2 on slide 14</a:t>
            </a:r>
          </a:p>
          <a:p>
            <a:pPr/>
            <a:r>
              <a:t>Bullet point 3 on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  <a:p/>
          <a:p/>
          <a:p>
            <a:pPr/>
            <a:r>
              <a:t>Bullet point 1 on slide 15</a:t>
            </a:r>
          </a:p>
          <a:p>
            <a:pPr lvl="1"/>
            <a:r>
              <a:t>Bullet point 2 on slide 15</a:t>
            </a:r>
          </a:p>
          <a:p>
            <a:pPr/>
            <a:r>
              <a:t>Bullet point 3 on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  <a:p/>
          <a:p/>
          <a:p>
            <a:pPr/>
            <a:r>
              <a:t>Bullet point 1 on slide 16</a:t>
            </a:r>
          </a:p>
          <a:p>
            <a:pPr lvl="1"/>
            <a:r>
              <a:t>Bullet point 2 on slide 16</a:t>
            </a:r>
          </a:p>
          <a:p>
            <a:pPr/>
            <a:r>
              <a:t>Bullet point 3 on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  <a:p/>
          <a:p/>
          <a:p>
            <a:pPr/>
            <a:r>
              <a:t>Bullet point 1 on slide 17</a:t>
            </a:r>
          </a:p>
          <a:p>
            <a:pPr lvl="1"/>
            <a:r>
              <a:t>Bullet point 2 on slide 17</a:t>
            </a:r>
          </a:p>
          <a:p>
            <a:pPr/>
            <a:r>
              <a:t>Bullet point 3 on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  <a:p/>
          <a:p/>
          <a:p>
            <a:pPr/>
            <a:r>
              <a:t>Bullet point 1 on slide 18</a:t>
            </a:r>
          </a:p>
          <a:p>
            <a:pPr lvl="1"/>
            <a:r>
              <a:t>Bullet point 2 on slide 18</a:t>
            </a:r>
          </a:p>
          <a:p>
            <a:pPr/>
            <a:r>
              <a:t>Bullet point 3 on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  <a:p/>
          <a:p/>
          <a:p>
            <a:pPr/>
            <a:r>
              <a:t>Bullet point 1 on slide 19</a:t>
            </a:r>
          </a:p>
          <a:p>
            <a:pPr lvl="1"/>
            <a:r>
              <a:t>Bullet point 2 on slide 19</a:t>
            </a:r>
          </a:p>
          <a:p>
            <a:pPr/>
            <a:r>
              <a:t>Bullet point 3 on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  <a:p/>
          <a:p/>
          <a:p>
            <a:pPr/>
            <a:r>
              <a:t>Bullet point 1 on slide 20</a:t>
            </a:r>
          </a:p>
          <a:p>
            <a:pPr lvl="1"/>
            <a:r>
              <a:t>Bullet point 2 on slide 20</a:t>
            </a:r>
          </a:p>
          <a:p>
            <a:pPr/>
            <a:r>
              <a:t>Bullet point 3 on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  <a:p/>
          <a:p/>
          <a:p>
            <a:pPr/>
            <a:r>
              <a:t>Bullet point 1 on slide 21</a:t>
            </a:r>
          </a:p>
          <a:p>
            <a:pPr lvl="1"/>
            <a:r>
              <a:t>Bullet point 2 on slide 21</a:t>
            </a:r>
          </a:p>
          <a:p>
            <a:pPr/>
            <a:r>
              <a:t>Bullet point 3 on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  <a:p/>
          <a:p/>
          <a:p>
            <a:pPr/>
            <a:r>
              <a:t>Bullet point 1 on slide 22</a:t>
            </a:r>
          </a:p>
          <a:p>
            <a:pPr lvl="1"/>
            <a:r>
              <a:t>Bullet point 2 on slide 22</a:t>
            </a:r>
          </a:p>
          <a:p>
            <a:pPr/>
            <a:r>
              <a:t>Bullet point 3 on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  <a:p/>
          <a:p/>
          <a:p>
            <a:pPr/>
            <a:r>
              <a:t>Bullet point 1 on slide 23</a:t>
            </a:r>
          </a:p>
          <a:p>
            <a:pPr lvl="1"/>
            <a:r>
              <a:t>Bullet point 2 on slide 23</a:t>
            </a:r>
          </a:p>
          <a:p>
            <a:pPr/>
            <a:r>
              <a:t>Bullet point 3 on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  <a:p/>
          <a:p/>
          <a:p>
            <a:pPr/>
            <a:r>
              <a:t>Bullet point 1 on slide 24</a:t>
            </a:r>
          </a:p>
          <a:p>
            <a:pPr lvl="1"/>
            <a:r>
              <a:t>Bullet point 2 on slide 24</a:t>
            </a:r>
          </a:p>
          <a:p>
            <a:pPr/>
            <a:r>
              <a:t>Bullet point 3 on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  <a:p/>
          <a:p/>
          <a:p>
            <a:pPr/>
            <a:r>
              <a:t>Bullet point 1 on slide 25</a:t>
            </a:r>
          </a:p>
          <a:p>
            <a:pPr lvl="1"/>
            <a:r>
              <a:t>Bullet point 2 on slide 25</a:t>
            </a:r>
          </a:p>
          <a:p>
            <a:pPr/>
            <a:r>
              <a:t>Bullet point 3 on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  <a:p/>
          <a:p/>
          <a:p>
            <a:pPr/>
            <a:r>
              <a:t>Bullet point 1 on slide 26</a:t>
            </a:r>
          </a:p>
          <a:p>
            <a:pPr lvl="1"/>
            <a:r>
              <a:t>Bullet point 2 on slide 26</a:t>
            </a:r>
          </a:p>
          <a:p>
            <a:pPr/>
            <a:r>
              <a:t>Bullet point 3 on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  <a:p/>
          <a:p/>
          <a:p>
            <a:pPr/>
            <a:r>
              <a:t>Bullet point 1 on slide 27</a:t>
            </a:r>
          </a:p>
          <a:p>
            <a:pPr lvl="1"/>
            <a:r>
              <a:t>Bullet point 2 on slide 27</a:t>
            </a:r>
          </a:p>
          <a:p>
            <a:pPr/>
            <a:r>
              <a:t>Bullet point 3 on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  <a:p/>
          <a:p/>
          <a:p>
            <a:pPr/>
            <a:r>
              <a:t>Bullet point 1 on slide 28</a:t>
            </a:r>
          </a:p>
          <a:p>
            <a:pPr lvl="1"/>
            <a:r>
              <a:t>Bullet point 2 on slide 28</a:t>
            </a:r>
          </a:p>
          <a:p>
            <a:pPr/>
            <a:r>
              <a:t>Bullet point 3 on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  <a:p/>
          <a:p/>
          <a:p>
            <a:pPr/>
            <a:r>
              <a:t>Bullet point 1 on slide 29</a:t>
            </a:r>
          </a:p>
          <a:p>
            <a:pPr lvl="1"/>
            <a:r>
              <a:t>Bullet point 2 on slide 29</a:t>
            </a:r>
          </a:p>
          <a:p>
            <a:pPr/>
            <a:r>
              <a:t>Bullet point 3 on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  <a:p/>
          <a:p/>
          <a:p>
            <a:pPr/>
            <a:r>
              <a:t>Bullet point 1 on slide 30</a:t>
            </a:r>
          </a:p>
          <a:p>
            <a:pPr lvl="1"/>
            <a:r>
              <a:t>Bullet point 2 on slide 30</a:t>
            </a:r>
          </a:p>
          <a:p>
            <a:pPr/>
            <a:r>
              <a:t>Bullet point 3 on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  <a:p/>
          <a:p/>
          <a:p>
            <a:pPr/>
            <a:r>
              <a:t>Bullet point 1 on slide 31</a:t>
            </a:r>
          </a:p>
          <a:p>
            <a:pPr lvl="1"/>
            <a:r>
              <a:t>Bullet point 2 on slide 31</a:t>
            </a:r>
          </a:p>
          <a:p>
            <a:pPr/>
            <a:r>
              <a:t>Bullet point 3 on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  <a:p/>
          <a:p/>
          <a:p>
            <a:pPr/>
            <a:r>
              <a:t>Bullet point 1 on slide 32</a:t>
            </a:r>
          </a:p>
          <a:p>
            <a:pPr lvl="1"/>
            <a:r>
              <a:t>Bullet point 2 on slide 32</a:t>
            </a:r>
          </a:p>
          <a:p>
            <a:pPr/>
            <a:r>
              <a:t>Bullet point 3 on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  <a:p/>
          <a:p/>
          <a:p>
            <a:pPr/>
            <a:r>
              <a:t>Bullet point 1 on slide 33</a:t>
            </a:r>
          </a:p>
          <a:p>
            <a:pPr lvl="1"/>
            <a:r>
              <a:t>Bullet point 2 on slide 33</a:t>
            </a:r>
          </a:p>
          <a:p>
            <a:pPr/>
            <a:r>
              <a:t>Bullet point 3 on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  <a:p/>
          <a:p/>
          <a:p>
            <a:pPr/>
            <a:r>
              <a:t>Bullet point 1 on slide 34</a:t>
            </a:r>
          </a:p>
          <a:p>
            <a:pPr lvl="1"/>
            <a:r>
              <a:t>Bullet point 2 on slide 34</a:t>
            </a:r>
          </a:p>
          <a:p>
            <a:pPr/>
            <a:r>
              <a:t>Bullet point 3 on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  <a:p/>
          <a:p/>
          <a:p>
            <a:pPr/>
            <a:r>
              <a:t>Bullet point 1 on slide 35</a:t>
            </a:r>
          </a:p>
          <a:p>
            <a:pPr lvl="1"/>
            <a:r>
              <a:t>Bullet point 2 on slide 35</a:t>
            </a:r>
          </a:p>
          <a:p>
            <a:pPr/>
            <a:r>
              <a:t>Bullet point 3 on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  <a:p/>
          <a:p/>
          <a:p>
            <a:pPr/>
            <a:r>
              <a:t>Bullet point 1 on slide 36</a:t>
            </a:r>
          </a:p>
          <a:p>
            <a:pPr lvl="1"/>
            <a:r>
              <a:t>Bullet point 2 on slide 36</a:t>
            </a:r>
          </a:p>
          <a:p>
            <a:pPr/>
            <a:r>
              <a:t>Bullet point 3 on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  <a:p/>
          <a:p/>
          <a:p>
            <a:pPr/>
            <a:r>
              <a:t>Bullet point 1 on slide 37</a:t>
            </a:r>
          </a:p>
          <a:p>
            <a:pPr lvl="1"/>
            <a:r>
              <a:t>Bullet point 2 on slide 37</a:t>
            </a:r>
          </a:p>
          <a:p>
            <a:pPr/>
            <a:r>
              <a:t>Bullet point 3 on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  <a:p/>
          <a:p/>
          <a:p>
            <a:pPr/>
            <a:r>
              <a:t>Bullet point 1 on slide 38</a:t>
            </a:r>
          </a:p>
          <a:p>
            <a:pPr lvl="1"/>
            <a:r>
              <a:t>Bullet point 2 on slide 38</a:t>
            </a:r>
          </a:p>
          <a:p>
            <a:pPr/>
            <a:r>
              <a:t>Bullet point 3 on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  <a:p/>
          <a:p/>
          <a:p>
            <a:pPr/>
            <a:r>
              <a:t>Bullet point 1 on slide 39</a:t>
            </a:r>
          </a:p>
          <a:p>
            <a:pPr lvl="1"/>
            <a:r>
              <a:t>Bullet point 2 on slide 39</a:t>
            </a:r>
          </a:p>
          <a:p>
            <a:pPr/>
            <a:r>
              <a:t>Bullet point 3 on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  <a:p/>
          <a:p/>
          <a:p>
            <a:pPr/>
            <a:r>
              <a:t>Bullet point 1 on slide 40</a:t>
            </a:r>
          </a:p>
          <a:p>
            <a:pPr lvl="1"/>
            <a:r>
              <a:t>Bullet point 2 on slide 40</a:t>
            </a:r>
          </a:p>
          <a:p>
            <a:pPr/>
            <a:r>
              <a:t>Bullet point 3 on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  <a:p/>
          <a:p/>
          <a:p>
            <a:pPr/>
            <a:r>
              <a:t>Bullet point 1 on slide 41</a:t>
            </a:r>
          </a:p>
          <a:p>
            <a:pPr lvl="1"/>
            <a:r>
              <a:t>Bullet point 2 on slide 41</a:t>
            </a:r>
          </a:p>
          <a:p>
            <a:pPr/>
            <a:r>
              <a:t>Bullet point 3 on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  <a:p/>
          <a:p/>
          <a:p>
            <a:pPr/>
            <a:r>
              <a:t>Bullet point 1 on slide 42</a:t>
            </a:r>
          </a:p>
          <a:p>
            <a:pPr lvl="1"/>
            <a:r>
              <a:t>Bullet point 2 on slide 42</a:t>
            </a:r>
          </a:p>
          <a:p>
            <a:pPr/>
            <a:r>
              <a:t>Bullet point 3 on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  <a:p/>
          <a:p/>
          <a:p>
            <a:pPr/>
            <a:r>
              <a:t>Bullet point 1 on slide 43</a:t>
            </a:r>
          </a:p>
          <a:p>
            <a:pPr lvl="1"/>
            <a:r>
              <a:t>Bullet point 2 on slide 43</a:t>
            </a:r>
          </a:p>
          <a:p>
            <a:pPr/>
            <a:r>
              <a:t>Bullet point 3 on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  <a:p/>
          <a:p/>
          <a:p>
            <a:pPr/>
            <a:r>
              <a:t>Bullet point 1 on slide 44</a:t>
            </a:r>
          </a:p>
          <a:p>
            <a:pPr lvl="1"/>
            <a:r>
              <a:t>Bullet point 2 on slide 44</a:t>
            </a:r>
          </a:p>
          <a:p>
            <a:pPr/>
            <a:r>
              <a:t>Bullet point 3 on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  <a:p/>
          <a:p/>
          <a:p>
            <a:pPr/>
            <a:r>
              <a:t>Bullet point 1 on slide 45</a:t>
            </a:r>
          </a:p>
          <a:p>
            <a:pPr lvl="1"/>
            <a:r>
              <a:t>Bullet point 2 on slide 45</a:t>
            </a:r>
          </a:p>
          <a:p>
            <a:pPr/>
            <a:r>
              <a:t>Bullet point 3 on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  <a:p/>
          <a:p/>
          <a:p>
            <a:pPr/>
            <a:r>
              <a:t>Bullet point 1 on slide 46</a:t>
            </a:r>
          </a:p>
          <a:p>
            <a:pPr lvl="1"/>
            <a:r>
              <a:t>Bullet point 2 on slide 46</a:t>
            </a:r>
          </a:p>
          <a:p>
            <a:pPr/>
            <a:r>
              <a:t>Bullet point 3 on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  <a:p/>
          <a:p/>
          <a:p>
            <a:pPr/>
            <a:r>
              <a:t>Bullet point 1 on slide 47</a:t>
            </a:r>
          </a:p>
          <a:p>
            <a:pPr lvl="1"/>
            <a:r>
              <a:t>Bullet point 2 on slide 47</a:t>
            </a:r>
          </a:p>
          <a:p>
            <a:pPr/>
            <a:r>
              <a:t>Bullet point 3 on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  <a:p/>
          <a:p/>
          <a:p>
            <a:pPr/>
            <a:r>
              <a:t>Bullet point 1 on slide 48</a:t>
            </a:r>
          </a:p>
          <a:p>
            <a:pPr lvl="1"/>
            <a:r>
              <a:t>Bullet point 2 on slide 48</a:t>
            </a:r>
          </a:p>
          <a:p>
            <a:pPr/>
            <a:r>
              <a:t>Bullet point 3 on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  <a:p/>
          <a:p/>
          <a:p>
            <a:pPr/>
            <a:r>
              <a:t>Bullet point 1 on slide 49</a:t>
            </a:r>
          </a:p>
          <a:p>
            <a:pPr lvl="1"/>
            <a:r>
              <a:t>Bullet point 2 on slide 49</a:t>
            </a:r>
          </a:p>
          <a:p>
            <a:pPr/>
            <a:r>
              <a:t>Bullet point 3 on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  <a:p/>
          <a:p/>
          <a:p>
            <a:pPr/>
            <a:r>
              <a:t>Bullet point 1 on slide 50</a:t>
            </a:r>
          </a:p>
          <a:p>
            <a:pPr lvl="1"/>
            <a:r>
              <a:t>Bullet point 2 on slide 50</a:t>
            </a:r>
          </a:p>
          <a:p>
            <a:pPr/>
            <a:r>
              <a:t>Bullet point 3 on slide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