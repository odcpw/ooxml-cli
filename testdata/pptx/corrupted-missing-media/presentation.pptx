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Corrupted: Missing Media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  <!-- CORRUPTION: References missing media file --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