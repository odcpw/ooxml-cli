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</p:nvGrpSpPr>
      <p:grpSpPr/>
      <p:sp>
        <p:nvSpPr>
          <p:cNvPr id="2" name="Title 1"/>
          <p:cNvSpPr>
            <a:spLocks noGrp="1"/>
          </p:cNvSp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</p:nvSpPr>
        <p:spPr/>
        <p:txBody>
          <a:bodyPr/>
          <a:lstStyle/>
          <a:p>
            <a:r>
              <a:t>Created by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 lvl="1"/>
            <a:r>
              <a:t>Second bullet point</a:t>
            </a:r>
          </a:p>
          <a:p>
            <a:pPr/>
            <a:r>
              <a:t>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