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Theme Custom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13716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1828800" cy="13716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1828800" cy="13716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More Theme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1371600"/>
          </a:xfrm>
          <a:prstGeom prst="rect">
            <a:avLst/>
          </a:prstGeom>
          <a:solidFill>
            <a:srgbClr val="8064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1828800" cy="1371600"/>
          </a:xfrm>
          <a:prstGeom prst="rect">
            <a:avLst/>
          </a:prstGeom>
          <a:solidFill>
            <a:srgbClr val="4BAC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1828800" cy="1371600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Accent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