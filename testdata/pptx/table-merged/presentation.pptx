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Table with Merged Cells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aphicFrame>
        <p:nvGraphicFramePr>
          <p:cNvPr id="2" name="Table 1"/>
          <p:cNvGraphicFramePr>
            <a:graphicFrameLocks noGrp="1"/>
          </p:cNvGraphicFramePr>
          <p:nvPr/>
        </p:nvGraphicFramePr>
        <p:xfrm>
          <a:off x="914400" y="1371600"/>
          <a:ext cx="731520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1828800"/>
                <a:gridCol w="1828800"/>
                <a:gridCol w="1828800"/>
              </a:tblGrid>
              <a:tr h="800100">
                <a:tc gridSpan="2">
                  <a:txBody>
                    <a:bodyPr/>
                    <a:lstStyle/>
                    <a:p>
                      <a:r>
                        <a:t>Merged: R0C0-C1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R0C2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R0C3</a:t>
                      </a:r>
                    </a:p>
                  </a:txBody>
                  <a:tcPr/>
                </a:tc>
              </a:tr>
              <a:tr h="800100">
                <a:tc>
                  <a:txBody>
                    <a:bodyPr/>
                    <a:lstStyle/>
                    <a:p>
                      <a:r>
                        <a:t>R1C0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R1C1</a:t>
                      </a:r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r>
                        <a:t>Merged: R1-R2C2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R1C3</a:t>
                      </a:r>
                    </a:p>
                  </a:txBody>
                  <a:tcPr/>
                </a:tc>
              </a:tr>
              <a:tr h="800100">
                <a:tc>
                  <a:txBody>
                    <a:bodyPr/>
                    <a:lstStyle/>
                    <a:p>
                      <a:r>
                        <a:t>R2C0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R2C1</a:t>
                      </a:r>
                    </a:p>
                  </a:txBody>
                  <a:tcPr/>
                </a:tc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R2C3</a:t>
                      </a:r>
                    </a:p>
                  </a:txBody>
                  <a:tcPr/>
                </a:tc>
              </a:tr>
              <a:tr h="800100">
                <a:tc>
                  <a:txBody>
                    <a:bodyPr/>
                    <a:lstStyle/>
                    <a:p>
                      <a:r>
                        <a:t>R3C0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R3C1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R3C2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R3C3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