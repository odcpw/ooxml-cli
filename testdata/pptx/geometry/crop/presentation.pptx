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l86exf2k.png"/>
          <p:cNvPicPr>
            <a:picLocks noChangeAspect="1"/>
          </p:cNvPicPr>
          <p:nvPr/>
        </p:nvPicPr>
        <p:blipFill>
          <a:blip r:embed="rId2"/>
          <a:stretch>
            <a:fillRect/>
          </a:stretch>
          <a:srcRect l="10000" t="20000" r="30000" b="40000"/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