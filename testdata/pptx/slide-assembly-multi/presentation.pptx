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Multi-Slide Assembly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delete, move, and reorder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content slide with bullet points:</a:t>
            </a:r>
          </a:p>
          <a:p>
            <a:pPr lvl="1"/>
            <a:r>
              <a:t>Point one</a:t>
            </a:r>
          </a:p>
          <a:p>
            <a:pPr lvl="1"/>
            <a:r>
              <a:t>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another content slide:</a:t>
            </a:r>
          </a:p>
          <a:p>
            <a:pPr lvl="1"/>
            <a:r>
              <a:t>Additional point one</a:t>
            </a:r>
          </a:p>
          <a:p>
            <a:pPr lvl="1"/>
            <a:r>
              <a:t>Additional point two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Blank Layout Slide</a:t>
            </a:r>
          </a:p>
          <a:p>
            <a:pPr/>
            <a:r>
              <a:t>This slide uses the blank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