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2.png" ContentType="image/png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851660"/>
            <a:ext cx="9997440" cy="96012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0720" y="3154680"/>
            <a:ext cx="8290560" cy="61722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1121664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714500"/>
            <a:ext cx="1024128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0720" y="2674620"/>
            <a:ext cx="8290560" cy="75438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536448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6339840" y="1200150"/>
            <a:ext cx="536448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536448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487680" y="1954530"/>
            <a:ext cx="5364480" cy="462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339840" y="1200150"/>
            <a:ext cx="536448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type="body" idx="4"/>
          </p:nvPr>
        </p:nvSpPr>
        <p:spPr>
          <a:xfrm>
            <a:off x="6339840" y="1954530"/>
            <a:ext cx="5364480" cy="462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731520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0" y="1714500"/>
            <a:ext cx="347472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229600" y="2468880"/>
            <a:ext cx="3474720" cy="20574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487680" y="1200150"/>
            <a:ext cx="731520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0" y="1714500"/>
            <a:ext cx="347472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229600" y="2468880"/>
            <a:ext cx="3474720" cy="20574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924800" y="1200150"/>
            <a:ext cx="3779520" cy="5383530"/>
          </a:xfrm>
          <a:prstGeom prst="rect">
            <a:avLst/>
          </a:prstGeom>
        </p:spPr>
        <p:txBody>
          <a:bodyPr vert="vert"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487680" y="1200150"/>
            <a:ext cx="2194560" cy="5383530"/>
          </a:xfrm>
          <a:prstGeom prst="rect">
            <a:avLst/>
          </a:prstGeom>
        </p:spPr>
        <p:txBody>
          <a:bodyPr vert="vert"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3048000" y="1200150"/>
            <a:ext cx="8656320" cy="5383530"/>
          </a:xfrm>
          <a:prstGeom prst="rect">
            <a:avLst/>
          </a:prstGeom>
        </p:spPr>
        <p:txBody>
          <a:bodyPr vert="vert"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 Placeholder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Master Body Placeholder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1121664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457200"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5750" algn="l" defTabSz="457200"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85750" algn="l" defTabSz="457200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85750" algn="l" defTabSz="457200"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285750" algn="l" defTabSz="457200"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 marL="3429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Scaffold QA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Eleven layouts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11216640" cy="538353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714500"/>
            <a:ext cx="10241280" cy="685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Section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0720" y="2674620"/>
            <a:ext cx="8290560" cy="75438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Two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5364480" cy="538353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6339840" y="1200150"/>
            <a:ext cx="5364480" cy="538353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Compare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5364480" cy="54864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487680" y="1954530"/>
            <a:ext cx="5364480" cy="462915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339840" y="1200150"/>
            <a:ext cx="5364480" cy="54864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type="body" idx="4"/>
          </p:nvPr>
        </p:nvSpPr>
        <p:spPr>
          <a:xfrm>
            <a:off x="6339840" y="1954530"/>
            <a:ext cx="5364480" cy="462915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D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Title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7315200" cy="538353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0" y="1714500"/>
            <a:ext cx="3474720" cy="54864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Caption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229600" y="2468880"/>
            <a:ext cx="3474720" cy="20574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B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ChangeAspect="1"/>
          </p:cNvPicPr>
          <p:nvPr/>
        </p:nvPicPr>
        <p:blipFill>
          <a:blip r:embed="rId2"/>
          <a:tile tx="0" ty="0" sx="100000" sy="100000" flip="none" algn="ctr"/>
        </p:blipFill>
        <p:spPr>
          <a:xfrm>
            <a:off x="487680" y="1200150"/>
            <a:ext cx="7315200" cy="538353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0" y="1714500"/>
            <a:ext cx="3474720" cy="54864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229600" y="2468880"/>
            <a:ext cx="3474720" cy="20574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Caption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Vertical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924800" y="1200150"/>
            <a:ext cx="3779520" cy="538353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487680" y="1200150"/>
            <a:ext cx="2194560" cy="538353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V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3048000" y="1200150"/>
            <a:ext cx="8656320" cy="538353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A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oxml-cli neutral">
  <a:themeElements>
    <a:clrScheme name="ooxml-cli neutral">
      <a:dk1>
        <a:srgbClr val="0B1016"/>
      </a:dk1>
      <a:lt1>
        <a:srgbClr val="FFFFFF"/>
      </a:lt1>
      <a:dk2>
        <a:srgbClr val="213147"/>
      </a:dk2>
      <a:lt2>
        <a:srgbClr val="EBF1F9"/>
      </a:lt2>
      <a:accent1>
        <a:srgbClr val="5B6573"/>
      </a:accent1>
      <a:accent2>
        <a:srgbClr val="7C5E94"/>
      </a:accent2>
      <a:accent3>
        <a:srgbClr val="874B56"/>
      </a:accent3>
      <a:accent4>
        <a:srgbClr val="8B602C"/>
      </a:accent4>
      <a:accent5>
        <a:srgbClr val="506634"/>
      </a:accent5>
      <a:accent6>
        <a:srgbClr val="0E7771"/>
      </a:accent6>
      <a:hlink>
        <a:srgbClr val="6A6612"/>
      </a:hlink>
      <a:folHlink>
        <a:srgbClr val="136C66"/>
      </a:folHlink>
    </a:clrScheme>
    <a:fontScheme name="ooxml-cli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oxml-cl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lin ang="16200000" scaled="1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8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ooxml-cli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Scaffold QA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ooxml-cli</dc:creator>
  <cp:lastModifiedBy>ooxml-cli</cp:lastModifiedBy>
</cp:coreProperties>
</file>