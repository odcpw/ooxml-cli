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ppearShape"/>
          <p:cNvSpPr/>
          <p:nvPr/>
        </p:nvSpPr>
        <p:spPr/>
        <p:txBody>
          <a:bodyPr/>
          <a:lstStyle/>
          <a:p>
            <a:r>
              <a:t>Appear</a:t>
            </a:r>
          </a:p>
        </p:txBody>
      </p:sp>
      <p:sp>
        <p:nvSpPr>
          <p:cNvPr id="3" name="FadeShape"/>
          <p:cNvSpPr/>
          <p:nvPr/>
        </p:nvSpPr>
        <p:spPr/>
        <p:txBody>
          <a:bodyPr/>
          <a:lstStyle/>
          <a:p>
            <a:r>
              <a:t>Fade</a:t>
            </a:r>
          </a:p>
        </p:txBody>
      </p:sp>
      <p:sp>
        <p:nvSpPr>
          <p:cNvPr id="4" name="WipeShape"/>
          <p:cNvSpPr/>
          <p:nvPr/>
        </p:nvSpPr>
        <p:spPr/>
        <p:txBody>
          <a:bodyPr/>
          <a:lstStyle/>
          <a:p>
            <a:r>
              <a:t>Wipe</a:t>
            </a:r>
          </a:p>
        </p:txBody>
      </p:sp>
      <p:sp>
        <p:nvSpPr>
          <p:cNvPr id="5" name="FlyInShape"/>
          <p:cNvSpPr/>
          <p:nvPr/>
        </p:nvSpPr>
        <p:spPr/>
        <p:txBody>
          <a:bodyPr/>
          <a:lstStyle/>
          <a:p>
            <a:r>
              <a:t>FlyIn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Effect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List"/>
          <p:cNvSpPr/>
          <p:nvPr/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byParagraph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onShape"/>
          <p:cNvSpPr/>
          <p:nvPr/>
        </p:nvSpPr>
        <p:spPr/>
        <p:txBody>
          <a:bodyPr/>
          <a:lstStyle/>
          <a:p>
            <a:r>
              <a:t>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.25 E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mallText"/>
          <p:cNvSpPr/>
          <p:nvPr/>
        </p:nvSpPr>
        <p:spPr/>
        <p:txBody>
          <a:bodyPr/>
          <a:lstStyle/>
          <a:p>
            <a:r>
              <a:t>Only one paragraph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0000" y="1000000"/>
            <a:ext cx="3000000" cy="2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