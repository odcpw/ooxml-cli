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style2.xml" ContentType="application/vnd.ms-office.chartstyle+xml"/>
  <Override PartName="/ppt/charts/chart2.xml" ContentType="application/vnd.openxmlformats-officedocument.drawingml.chart+xml"/>
  <Override PartName="/ppt/charts/colors2.xml" ContentType="application/vnd.ms-office.chartcolorstyl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Revenue by Region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100</c:v>
                </c:pt>
                <c:pt idx="1">
                  <c:v>120</c:v>
                </c:pt>
                <c:pt idx="2">
                  <c:v>140</c:v>
                </c:pt>
              </c:numCache>
            </c:numRef>
          </c:val>
        </c:ser>
        <c:gapWidth val="150"/>
        <c:overlap val="0"/>
        <c:axId val="14737064"/>
        <c:axId val="70213972"/>
      </c:barChart>
      <c:catAx>
        <c:axId val="14737064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0213972"/>
        <c:crosses val="autoZero"/>
        <c:auto val="1"/>
        <c:lblAlgn val="ctr"/>
        <c:lblOffset val="100"/>
        <c:noMultiLvlLbl val="0"/>
      </c:catAx>
      <c:valAx>
        <c:axId val="70213972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473706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Revenue by Region Q2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130</c:v>
                </c:pt>
                <c:pt idx="1">
                  <c:v>160</c:v>
                </c:pt>
                <c:pt idx="2">
                  <c:v>190</c:v>
                </c:pt>
              </c:numCache>
            </c:numRef>
          </c:val>
        </c:ser>
        <c:gapWidth val="150"/>
        <c:overlap val="0"/>
        <c:axId val="23199807"/>
        <c:axId val="94119164"/>
      </c:barChart>
      <c:catAx>
        <c:axId val="23199807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94119164"/>
        <c:crosses val="autoZero"/>
        <c:auto val="1"/>
        <c:lblAlgn val="ctr"/>
        <c:lblOffset val="100"/>
        <c:noMultiLvlLbl val="0"/>
      </c:catAx>
      <c:valAx>
        <c:axId val="94119164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3199807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A01A50-C33C-46E6-BEDF-D06639F182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2CCA04-C624-4A52-A0E0-AB0C24B2B9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F7B4EC-F1CA-45BE-A804-77B2036557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84D4AF-4D17-4A3E-80C6-F290369A2CE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E9D8B7-1D9E-47A8-A206-1305A52D58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9C7EF9-89A4-4B5D-AAD8-B4DF3E279D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A63909-B7FB-4D04-ACEA-8982146BA8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3E493B-A632-4432-B5BC-CECDCE022D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CC3852-AD9B-4A27-B224-FE9AEA081E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7C869A-1163-44FA-8B1D-506B09A367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44C03A-BD76-46BF-9DA6-E70B34331F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Chart Data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1" name="Revenue Chart"/>
          <p:cNvGraphicFramePr/>
          <p:nvPr/>
        </p:nvGraphicFramePr>
        <p:xfrm>
          <a:off x="914400" y="1371600"/>
          <a:ext cx="7314840" cy="411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Chart Data 2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3" name="Revenue Chart Q2"/>
          <p:cNvGraphicFramePr/>
          <p:nvPr/>
        </p:nvGraphicFramePr>
        <p:xfrm>
          <a:off x="914400" y="1371600"/>
          <a:ext cx="7314840" cy="411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