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1" ftr="1" dt="1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Content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goes here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main content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