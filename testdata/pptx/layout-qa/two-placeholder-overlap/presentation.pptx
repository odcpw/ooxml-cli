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Content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goes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00" y="500000"/>
            <a:ext cx="3000000" cy="900000"/>
          </a:xfrm>
        </p:spPr>
        <p:txBody>
          <a:bodyPr/>
          <a:lstStyle/>
          <a:p>
            <a:r>
              <a:t>This is the main content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