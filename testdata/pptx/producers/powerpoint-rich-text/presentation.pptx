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Rich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Formatting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Text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000000"/>
                </a:solidFill>
              </a:rPr>
              <a:t>Normal text </a:t>
            </a:r>
            <a:r>
              <a:rPr b="1" sz="1400"/>
              <a:t>Bold text </a:t>
            </a:r>
            <a:r>
              <a:rPr i="1" sz="1400"/>
              <a:t>Italic text </a:t>
            </a:r>
            <a:r>
              <a:rPr sz="1400">
                <a:solidFill>
                  <a:srgbClr val="FF0000"/>
                </a:solidFill>
              </a:rPr>
              <a:t>Colored text</a:t>
            </a:r>
          </a:p>
          <a:p>
            <a:pPr lvl="1" algn="ctr"/>
            <a:r>
              <a:rPr sz="1600"/>
              <a:t>Sub-level bullet with larger font</a:t>
            </a:r>
          </a:p>
          <a:p>
            <a:pPr algn="l"/>
            <a:r>
              <a:rPr sz="800"/>
              <a:t>Tiny </a:t>
            </a:r>
            <a:r>
              <a:rPr sz="1000"/>
              <a:t>Small </a:t>
            </a:r>
            <a:r>
              <a:rPr sz="1200"/>
              <a:t>Medium </a:t>
            </a:r>
            <a:r>
              <a:rPr sz="1800"/>
              <a:t>Large </a:t>
            </a:r>
            <a:r>
              <a:rPr sz="2400"/>
              <a:t>Huge</a:t>
            </a:r>
          </a:p>
          <a:p>
            <a:pPr lvl="2"/>
            <a:r>
              <a:rPr u="sng">
                <a:solidFill>
                  <a:srgbClr val="0000FF"/>
                </a:solidFill>
              </a:rPr>
              <a:t>Formatted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