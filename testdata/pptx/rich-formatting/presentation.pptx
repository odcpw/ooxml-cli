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Rich Text Formatting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</a:t>
            </a:r>
            <a:r>
              <a:rPr b="1"/>
              <a:t>bold</a:t>
            </a:r>
            <a:r>
              <a:t> and this is </a:t>
            </a:r>
            <a:r>
              <a:rPr i="1"/>
              <a:t>italic</a:t>
            </a:r>
            <a:r>
              <a:t> with </a:t>
            </a:r>
            <a:r>
              <a:rPr>
                <a:solidFill>
                  <a:srgbClr val="FF0000"/>
                </a:solidFill>
              </a:rPr>
              <a:t>color</a:t>
            </a:r>
            <a: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Bullet Points with Formatting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First item with </a:t>
            </a:r>
            <a:r>
              <a:rPr b="1"/>
              <a:t>bold formatting</a:t>
            </a:r>
          </a:p>
          <a:p>
            <a:pPr lvl="1"/>
            <a:r>
              <a:t>Sub-item with </a:t>
            </a:r>
            <a:r>
              <a:rPr>
                <a:solidFill>
                  <a:srgbClr val="0000FF"/>
                </a:solidFill>
              </a:rPr>
              <a:t>blue color</a:t>
            </a:r>
          </a:p>
          <a:p>
            <a:pPr lvl="1"/>
            <a:r>
              <a:t>Another sub-item with </a:t>
            </a:r>
            <a:r>
              <a:rPr i="1"/>
              <a:t>italic</a:t>
            </a:r>
          </a:p>
          <a:p>
            <a:pPr/>
            <a:r>
              <a:t>Second main item </a:t>
            </a:r>
            <a:r>
              <a:rPr>
                <a:solidFill>
                  <a:srgbClr val="008000"/>
                </a:solidFill>
              </a:rPr>
              <a:t>green</a:t>
            </a:r>
            <a:r>
              <a:t> and </a:t>
            </a:r>
            <a:r>
              <a:rPr>
                <a:solidFill>
                  <a:srgbClr val="FFA500"/>
                </a:solidFill>
              </a:rPr>
              <a:t>orange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