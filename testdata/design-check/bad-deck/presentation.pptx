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media/image4.png" ContentType="image/png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4"/>
    <p:sldId id="257" r:id="rId5"/>
    <p:sldId id="258" r:id="rId6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ableStyles" Target="tableStyles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851660"/>
            <a:ext cx="9997440" cy="96012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0720" y="3154680"/>
            <a:ext cx="8290560" cy="61722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680" y="274320"/>
            <a:ext cx="11216640" cy="6858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87680" y="1200150"/>
            <a:ext cx="11216640" cy="538353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" y="1714500"/>
            <a:ext cx="10241280" cy="6858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50720" y="2674620"/>
            <a:ext cx="8290560" cy="75438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680" y="274320"/>
            <a:ext cx="11216640" cy="6858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87680" y="1200150"/>
            <a:ext cx="5364480" cy="538353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body" idx="2"/>
          </p:nvPr>
        </p:nvSpPr>
        <p:spPr>
          <a:xfrm>
            <a:off x="6339840" y="1200150"/>
            <a:ext cx="5364480" cy="538353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680" y="274320"/>
            <a:ext cx="11216640" cy="6858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7680" y="1200150"/>
            <a:ext cx="5364480" cy="54864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ctr"/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body" idx="2"/>
          </p:nvPr>
        </p:nvSpPr>
        <p:spPr>
          <a:xfrm>
            <a:off x="487680" y="1954530"/>
            <a:ext cx="5364480" cy="462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6339840" y="1200150"/>
            <a:ext cx="5364480" cy="54864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 algn="ctr"/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type="body" idx="4"/>
          </p:nvPr>
        </p:nvSpPr>
        <p:spPr>
          <a:xfrm>
            <a:off x="6339840" y="1954530"/>
            <a:ext cx="5364480" cy="462915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680" y="274320"/>
            <a:ext cx="11216640" cy="6858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>
          <a:xfrm>
            <a:off x="487680" y="1200150"/>
            <a:ext cx="7315200" cy="538353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229600" y="1714500"/>
            <a:ext cx="3474720" cy="54864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229600" y="2468880"/>
            <a:ext cx="3474720" cy="20574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>
          <a:xfrm>
            <a:off x="487680" y="1200150"/>
            <a:ext cx="7315200" cy="538353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229600" y="1714500"/>
            <a:ext cx="3474720" cy="54864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229600" y="2468880"/>
            <a:ext cx="3474720" cy="20574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680" y="274320"/>
            <a:ext cx="11216640" cy="6858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7924800" y="1200150"/>
            <a:ext cx="3779520" cy="5383530"/>
          </a:xfrm>
          <a:prstGeom prst="rect">
            <a:avLst/>
          </a:prstGeom>
        </p:spPr>
        <p:txBody>
          <a:bodyPr vert="vert" lIns="91440" tIns="45720" rIns="91440" bIns="45720">
            <a:normAutofit/>
          </a:bodyPr>
          <a:lstStyle/>
          <a:p>
            <a:pPr/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487680" y="1200150"/>
            <a:ext cx="2194560" cy="5383530"/>
          </a:xfrm>
          <a:prstGeom prst="rect">
            <a:avLst/>
          </a:prstGeom>
        </p:spPr>
        <p:txBody>
          <a:bodyPr vert="vert" lIns="91440" tIns="45720" rIns="91440" bIns="45720">
            <a:normAutofit/>
          </a:bodyPr>
          <a:lstStyle/>
          <a:p>
            <a:pPr/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3048000" y="1200150"/>
            <a:ext cx="8656320" cy="5383530"/>
          </a:xfrm>
          <a:prstGeom prst="rect">
            <a:avLst/>
          </a:prstGeom>
        </p:spPr>
        <p:txBody>
          <a:bodyPr vert="vert" lIns="91440" tIns="45720" rIns="91440" bIns="45720">
            <a:normAutofit/>
          </a:bodyPr>
          <a:lstStyle/>
          <a:p>
            <a:pPr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Title Placeholder"/>
          <p:cNvSpPr>
            <a:spLocks noGrp="1"/>
          </p:cNvSpPr>
          <p:nvPr>
            <p:ph type="title"/>
          </p:nvPr>
        </p:nvSpPr>
        <p:spPr>
          <a:xfrm>
            <a:off x="487680" y="274320"/>
            <a:ext cx="11216640" cy="68580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  <p:sp>
        <p:nvSpPr>
          <p:cNvPr id="3" name="Master Body Placeholder"/>
          <p:cNvSpPr>
            <a:spLocks noGrp="1"/>
          </p:cNvSpPr>
          <p:nvPr>
            <p:ph type="body" idx="1"/>
          </p:nvPr>
        </p:nvSpPr>
        <p:spPr>
          <a:xfrm>
            <a:off x="487680" y="1200150"/>
            <a:ext cx="11216640" cy="5383530"/>
          </a:xfrm>
          <a:prstGeom prst="rect">
            <a:avLst/>
          </a:prstGeom>
        </p:spPr>
        <p:txBody>
          <a:bodyPr lIns="91440" tIns="45720" rIns="91440" bIns="45720">
            <a:normAutofit/>
          </a:bodyPr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285750" algn="l" defTabSz="457200"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85750" algn="l" defTabSz="457200"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85750" algn="l" defTabSz="457200"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85750" algn="l" defTabSz="457200"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285750" algn="l" defTabSz="457200"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 marL="342900" indent="-285750" algn="l" defTabSz="457200"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85750" algn="l" defTabSz="457200"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85750" algn="l" defTabSz="457200"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85750" algn="l" defTabSz="457200"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285750" algn="l" defTabSz="457200"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Design QA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Baseline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51660"/>
            <a:ext cx="9997440" cy="960120"/>
          </a:xfrm>
        </p:spPr>
        <p:txBody>
          <a:bodyPr/>
          <a:lstStyle/>
          <a:p>
            <a:pPr>
              <a:buNone/>
            </a:pPr>
            <a:r>
              <a:t>Second title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None/>
            </a:pPr>
            <a:r>
              <a:t/>
            </a:r>
            <a:endParaRPr lang="en-US"/>
          </a:p>
        </p:txBody>
      </p:sp>
      <p:pic>
        <p:nvPicPr>
          <p:cNvPr id="4" name="image4"/>
          <p:cNvPicPr/>
          <p:nvPr/>
        </p:nvPicPr>
        <p:blipFill>
          <a:blip r:embed="rId2"/>
          <a:stretch>
            <a:fillRect/>
          </a:stretch>
        </p:blipFill>
        <p:spPr>
          <a:xfrm>
            <a:off x="8000000" y="3500000"/>
            <a:ext cx="1000000" cy="1000000"/>
          </a:xfrm>
          <a:prstGeom prst="rect">
            <a:avLst/>
          </a:prstGeom>
        </p:spPr>
      </p:pic>
      <p:sp>
        <p:nvSpPr>
          <p:cNvPr id="5" name="TextBox 5"/>
          <p:cNvSpPr/>
          <p:nvPr/>
        </p:nvSpPr>
        <p:spPr>
          <a:xfrm>
            <a:off x="1000000" y="3500000"/>
            <a:ext cx="3500000" cy="2500000"/>
          </a:xfrm>
          <a:prstGeom prst="rect">
            <a:avLst/>
          </a:prstGeom>
        </p:spPr>
        <p:txBody>
          <a:bodyPr anchor="t" anchorCtr="false" wrap="square" rtlCol="false"/>
          <a:lstStyle/>
          <a:p>
            <a:pPr>
              <a:buChar char="•"/>
            </a:pPr>
            <a:r>
              <a:rPr lang="en-US" sz="1100">
                <a:solidFill>
                  <a:srgbClr val="EEEEEE"/>
                </a:solidFill>
                <a:latin typeface="Arial"/>
              </a:rPr>
              <a:t>One</a:t>
            </a:r>
            <a:endParaRPr lang="en-US"/>
          </a:p>
          <a:p>
            <a:pPr>
              <a:buChar char="•"/>
            </a:pPr>
            <a:r>
              <a:rPr lang="en-US" sz="1100">
                <a:solidFill>
                  <a:srgbClr val="EEEEEE"/>
                </a:solidFill>
                <a:latin typeface="Arial"/>
              </a:rPr>
              <a:t>Two</a:t>
            </a:r>
            <a:endParaRPr lang="en-US"/>
          </a:p>
          <a:p>
            <a:pPr>
              <a:buChar char="•"/>
            </a:pPr>
            <a:r>
              <a:rPr lang="en-US" sz="1100">
                <a:solidFill>
                  <a:srgbClr val="EEEEEE"/>
                </a:solidFill>
                <a:latin typeface="Arial"/>
              </a:rPr>
              <a:t>Three</a:t>
            </a:r>
            <a:endParaRPr lang="en-US"/>
          </a:p>
          <a:p>
            <a:pPr>
              <a:buChar char="•"/>
            </a:pPr>
            <a:r>
              <a:rPr lang="en-US" sz="1100">
                <a:solidFill>
                  <a:srgbClr val="EEEEEE"/>
                </a:solidFill>
                <a:latin typeface="Arial"/>
              </a:rPr>
              <a:t>Four</a:t>
            </a:r>
            <a:endParaRPr lang="en-US"/>
          </a:p>
          <a:p>
            <a:pPr>
              <a:buChar char="•"/>
            </a:pPr>
            <a:r>
              <a:rPr lang="en-US" sz="1100">
                <a:solidFill>
                  <a:srgbClr val="EEEEEE"/>
                </a:solidFill>
                <a:latin typeface="Arial"/>
              </a:rPr>
              <a:t>Five</a:t>
            </a:r>
            <a:endParaRPr lang="en-US"/>
          </a:p>
          <a:p>
            <a:pPr>
              <a:buChar char="•"/>
            </a:pPr>
            <a:r>
              <a:rPr lang="en-US" sz="1100">
                <a:solidFill>
                  <a:srgbClr val="EEEEEE"/>
                </a:solidFill>
                <a:latin typeface="Arial"/>
              </a:rPr>
              <a:t>Six</a:t>
            </a:r>
            <a:endParaRPr lang="en-US"/>
          </a:p>
          <a:p>
            <a:pPr>
              <a:buChar char="•"/>
            </a:pPr>
            <a:r>
              <a:rPr lang="en-US" sz="1100">
                <a:solidFill>
                  <a:srgbClr val="EEEEEE"/>
                </a:solidFill>
                <a:latin typeface="Arial"/>
              </a:rPr>
              <a:t>Seven</a:t>
            </a:r>
            <a:endParaRPr lang="en-US"/>
          </a:p>
          <a:p>
            <a:pPr>
              <a:buChar char="•"/>
            </a:pPr>
            <a:r>
              <a:rPr lang="en-US" sz="1100">
                <a:solidFill>
                  <a:srgbClr val="EEEEEE"/>
                </a:solidFill>
                <a:latin typeface="Arial"/>
              </a:rPr>
              <a:t>Eight</a:t>
            </a:r>
            <a:endParaRPr lang="en-US"/>
          </a:p>
        </p:txBody>
      </p:sp>
      <p:sp>
        <p:nvSpPr>
          <p:cNvPr id="6" name="TextBox 6"/>
          <p:cNvSpPr/>
          <p:nvPr/>
        </p:nvSpPr>
        <p:spPr>
          <a:xfrm>
            <a:off x="4700000" y="3500000"/>
            <a:ext cx="2500000" cy="600000"/>
          </a:xfrm>
          <a:prstGeom prst="rect">
            <a:avLst/>
          </a:prstGeom>
        </p:spPr>
        <p:txBody>
          <a:bodyPr anchor="t" anchorCtr="false" wrap="square" rtlCol="false"/>
          <a:lstStyle/>
          <a:p>
            <a:pPr>
              <a:buNone/>
            </a:pPr>
            <a:r>
              <a:rPr lang="en-US" sz="1800">
                <a:solidFill>
                  <a:srgbClr val="000000"/>
                </a:solidFill>
                <a:latin typeface="Comic Sans MS"/>
              </a:rPr>
              <a:t>Secondary font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oxml-cli neutral">
  <a:themeElements>
    <a:clrScheme name="ooxml-cli neutral">
      <a:dk1>
        <a:srgbClr val="0B1016"/>
      </a:dk1>
      <a:lt1>
        <a:srgbClr val="FFFFFF"/>
      </a:lt1>
      <a:dk2>
        <a:srgbClr val="213147"/>
      </a:dk2>
      <a:lt2>
        <a:srgbClr val="EBF1F9"/>
      </a:lt2>
      <a:accent1>
        <a:srgbClr val="5B6573"/>
      </a:accent1>
      <a:accent2>
        <a:srgbClr val="7C5E94"/>
      </a:accent2>
      <a:accent3>
        <a:srgbClr val="874B56"/>
      </a:accent3>
      <a:accent4>
        <a:srgbClr val="8B602C"/>
      </a:accent4>
      <a:accent5>
        <a:srgbClr val="506634"/>
      </a:accent5>
      <a:accent6>
        <a:srgbClr val="0E7771"/>
      </a:accent6>
      <a:hlink>
        <a:srgbClr val="6A6612"/>
      </a:hlink>
      <a:folHlink>
        <a:srgbClr val="136C66"/>
      </a:folHlink>
    </a:clrScheme>
    <a:fontScheme name="ooxml-cli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oxml-cl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shade val="50000"/>
                <a:satMod val="300000"/>
              </a:schemeClr>
            </a:gs>
          </a:gsLst>
          <a:lin ang="16200000" scaled="1"/>
        </a:gra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8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ooxml-cli</Application>
  <PresentationFormat>On-screen Show (16:9)</PresentationFormat>
  <Slides>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Design QA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ooxml-cli</dc:creator>
  <cp:lastModifiedBy>ooxml-cli</cp:lastModifiedBy>
</cp:coreProperties>
</file>