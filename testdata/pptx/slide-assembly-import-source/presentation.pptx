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66CC"/>
                </a:solidFill>
              </a:rPr>
              <a:t>Import Source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custom theme and styling for import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Source Content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is from a different deck:</a:t>
            </a:r>
          </a:p>
          <a:p>
            <a:pPr lvl="1"/>
            <a:r>
              <a:rPr b="1">
                <a:solidFill>
                  <a:srgbClr val="CC0000"/>
                </a:solidFill>
              </a:rPr>
              <a:t>Content with custom styling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Source Content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4572000" cy="2743200"/>
          </a:xfrm>
          <a:prstGeom prst="rect">
            <a:avLst/>
          </a:prstGeom>
          <a:solidFill>
            <a:srgbClr val="DCDCDC"/>
          </a:solidFill>
        </p:spPr>
        <p:txBody>
          <a:bodyPr wrap="square">
            <a:spAutoFit/>
          </a:bodyPr>
          <a:lstStyle/>
          <a:p>
            <a:r>
              <a:t>This content will be imported with different styling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 Layout Slide from Import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